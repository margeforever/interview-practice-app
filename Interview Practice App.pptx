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46AEA1-40C3-87F2-1703-7FDF62EE0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72E62A-9D98-917A-F6AC-9AAFCB950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1E3DBC-BE2C-8E6A-DAD8-F1F949EA5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DBB9-54E3-4475-9A38-ED8CF36D3534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EBE241-0C48-602E-6952-6FA70C18C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671BEB-6FD2-7162-70D0-A1456905B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4270-FEEB-46CA-B418-8B3BA0B94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7991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AEBA74-0917-B2D1-AF86-C3830384A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86422B-EAF9-E473-AFE3-F7030C998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8B7A38-9E8C-91AF-8CF8-0C57F2CC3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DBB9-54E3-4475-9A38-ED8CF36D3534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68C4D8-7063-2C53-C6D9-D166B92F1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00F31F-35C5-57BA-F8B4-0FBCA8F19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4270-FEEB-46CA-B418-8B3BA0B94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8594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B34457-6965-A071-8D04-31506B7BE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9B9DE5-02F6-BF74-563F-30FCEEDDF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AD9E67-FDEB-FF20-15D1-0D0EA857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DBB9-54E3-4475-9A38-ED8CF36D3534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1AECC2-7F4E-D9D8-3860-0BF6FAFF6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B3964D-5937-F387-0EFE-276652C86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4270-FEEB-46CA-B418-8B3BA0B94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134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3FD346-3FCC-A4D5-B834-A95782D1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AB8538-AAF5-53C1-C84E-DF1B418D7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466173-DC10-8668-AEE9-6DE9BD797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024655-DEE5-AA5C-DC0D-C07101C53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DBB9-54E3-4475-9A38-ED8CF36D3534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989FA5-1A2B-52B9-93BD-57AB7C7A0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C85646C-E48D-3E3D-279C-2932C134D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4270-FEEB-46CA-B418-8B3BA0B94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933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E77D6C-120C-9F7B-86F4-7DDC87C52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E872F3-3D57-3A78-4C2A-F380C7FB1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36C2FA8-5D6A-4CF0-8F79-9D38C210D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CA7D5D-9B33-2EA4-9046-E1E80AE0B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08D2E6A-9E04-70C8-B060-C69D3713DE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C5F287F-C1BA-A996-8E54-3A174078B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DBB9-54E3-4475-9A38-ED8CF36D3534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C429B1F-A91E-A25B-6536-8426F9B02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852359F-3711-2086-7EC5-F34DA8418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4270-FEEB-46CA-B418-8B3BA0B94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6659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39FD8C-C320-DB8F-1655-31A2CF79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E026DA-1EC4-D36D-2C59-C49973C43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DBB9-54E3-4475-9A38-ED8CF36D3534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E2BC4B-6110-3F2F-B60B-609343D3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ACF5ADD-E6BC-2AAA-C41C-DFD2DA81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4270-FEEB-46CA-B418-8B3BA0B94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6398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BA50985-8E40-B4BD-CFD8-6227DAE94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DBB9-54E3-4475-9A38-ED8CF36D3534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06B1E7-C6CF-F7A2-76AD-94E9E3E6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498996-B70C-C0ED-BD20-9987B7BA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4270-FEEB-46CA-B418-8B3BA0B94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1829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DBF9AF-BC53-745C-7AC2-196DE8B52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8E78CB-6C55-C3E1-ECA7-27A6A6FF9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00BC92-FCAF-3D7A-46D0-4C750D9E9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03B39E-473C-C6DE-3BF4-F72240769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DBB9-54E3-4475-9A38-ED8CF36D3534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B2CD9D-FFDB-4769-C755-7480D251D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A5457DC-9384-96E4-9A74-24490FBDD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4270-FEEB-46CA-B418-8B3BA0B94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5614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D0A9CC-7194-01EF-A4AA-12AA856B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0FFB92A-21AD-C26B-B879-895DB0309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EEDD2C5-DBCB-A1C6-C1ED-6DB801732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817D61A-A9F4-2471-F5F8-64049D723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DBB9-54E3-4475-9A38-ED8CF36D3534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442CE35-BF92-FEFD-B213-5CBF8C5A3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59FB7A-9370-BCD5-C308-AEDC49EA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4270-FEEB-46CA-B418-8B3BA0B94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835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B333CC-341D-3CE9-B515-D0A41083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8ABB464-BBC0-F373-89BE-2B9CA8EEE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9FD1F8-A78E-ECA8-1CEF-4269F9B81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DBB9-54E3-4475-9A38-ED8CF36D3534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117F71-CA31-46FB-7484-22A36745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85D175-AC79-4B0A-9BC9-A1605062E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4270-FEEB-46CA-B418-8B3BA0B94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3802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C6CE1AA-857A-F5BB-F6B5-4C7181A7C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2246BB8-F6FF-028E-A003-D5DD0C158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A3A653-4BE1-A8F8-46E2-05945ED0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DBB9-54E3-4475-9A38-ED8CF36D3534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DD4E2B-3980-B427-8BA1-56EFC248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BF2672-2365-6390-D7D9-271264A57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4270-FEEB-46CA-B418-8B3BA0B94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167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EE1C5E5-C9EE-D494-1140-85B56FE8F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645364-D10D-F487-65EF-FA7AE2914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44A315-C8C2-A56F-3BFE-2A276603B5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BDBB9-54E3-4475-9A38-ED8CF36D3534}" type="datetimeFigureOut">
              <a:rPr lang="de-DE" smtClean="0"/>
              <a:t>27.12.2025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62A7B6-5C7A-3EEE-AAC8-06A94175C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53F646-FAC9-E8CB-B76C-FF4A89659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E4270-FEEB-46CA-B418-8B3BA0B94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899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63F214-6C6B-F922-B787-E6C2F35ED2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Interview Practice App</a:t>
            </a:r>
            <a:br>
              <a:rPr lang="en-US" b="1" dirty="0"/>
            </a:br>
            <a:br>
              <a:rPr lang="en-US" b="1" dirty="0"/>
            </a:b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8D209EB-BFCA-7A57-11C4-CE2132049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70200"/>
            <a:ext cx="9144000" cy="23876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LLM-Based Web Application</a:t>
            </a:r>
          </a:p>
          <a:p>
            <a:endParaRPr lang="en-US" b="1" dirty="0"/>
          </a:p>
          <a:p>
            <a:r>
              <a:rPr lang="de-DE" b="1" dirty="0"/>
              <a:t>Implemented Medium &amp; Hard Requirements</a:t>
            </a:r>
          </a:p>
          <a:p>
            <a:endParaRPr lang="de-DE" b="1" dirty="0"/>
          </a:p>
          <a:p>
            <a:r>
              <a:rPr lang="en-US" b="1" dirty="0"/>
              <a:t>User-Flow End-to-End</a:t>
            </a:r>
          </a:p>
          <a:p>
            <a:endParaRPr lang="en-US" b="1" dirty="0"/>
          </a:p>
          <a:p>
            <a:r>
              <a:rPr lang="en-US" b="1" dirty="0"/>
              <a:t>Architecture</a:t>
            </a:r>
            <a:endParaRPr lang="de-DE" b="1" dirty="0"/>
          </a:p>
          <a:p>
            <a:endParaRPr lang="en-US" b="1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16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A15B62-F928-35D0-519E-D9EFB4AAD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LLM-Based Web Application</a:t>
            </a:r>
            <a:br>
              <a:rPr lang="en-US" sz="4000" b="1" dirty="0"/>
            </a:br>
            <a:endParaRPr lang="de-DE" sz="40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3CC9D6-07F1-BD70-E8F9-C880C079A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600" dirty="0" err="1"/>
              <a:t>Streamlit-based</a:t>
            </a:r>
            <a:r>
              <a:rPr lang="de-DE" sz="1600" dirty="0"/>
              <a:t> single-page web </a:t>
            </a:r>
            <a:r>
              <a:rPr lang="de-DE" sz="1600" dirty="0" err="1"/>
              <a:t>app</a:t>
            </a:r>
            <a:r>
              <a:rPr lang="de-DE" sz="1600" dirty="0"/>
              <a:t> </a:t>
            </a:r>
            <a:r>
              <a:rPr lang="de-DE" sz="1600" dirty="0" err="1"/>
              <a:t>for</a:t>
            </a:r>
            <a:r>
              <a:rPr lang="de-DE" sz="1600" dirty="0"/>
              <a:t> interview </a:t>
            </a:r>
            <a:r>
              <a:rPr lang="de-DE" sz="1600" dirty="0" err="1"/>
              <a:t>preparation</a:t>
            </a:r>
            <a:endParaRPr lang="de-DE" sz="1600" dirty="0"/>
          </a:p>
          <a:p>
            <a:r>
              <a:rPr lang="de-DE" sz="1600" dirty="0"/>
              <a:t>Users </a:t>
            </a:r>
            <a:r>
              <a:rPr lang="de-DE" sz="1600" dirty="0" err="1"/>
              <a:t>upload</a:t>
            </a:r>
            <a:r>
              <a:rPr lang="de-DE" sz="1600" dirty="0"/>
              <a:t> </a:t>
            </a:r>
            <a:r>
              <a:rPr lang="de-DE" sz="1600" b="1" dirty="0"/>
              <a:t>CV</a:t>
            </a:r>
            <a:r>
              <a:rPr lang="de-DE" sz="1600" dirty="0"/>
              <a:t> and </a:t>
            </a:r>
            <a:r>
              <a:rPr lang="de-DE" sz="1600" b="1" dirty="0"/>
              <a:t>Job Description</a:t>
            </a:r>
            <a:r>
              <a:rPr lang="de-DE" sz="1600" dirty="0"/>
              <a:t> </a:t>
            </a:r>
            <a:r>
              <a:rPr lang="de-DE" sz="1600" dirty="0" err="1"/>
              <a:t>as</a:t>
            </a:r>
            <a:r>
              <a:rPr lang="de-DE" sz="1600" dirty="0"/>
              <a:t> </a:t>
            </a:r>
            <a:r>
              <a:rPr lang="de-DE" sz="1600" dirty="0" err="1"/>
              <a:t>contextual</a:t>
            </a:r>
            <a:r>
              <a:rPr lang="de-DE" sz="1600" dirty="0"/>
              <a:t> </a:t>
            </a:r>
            <a:r>
              <a:rPr lang="de-DE" sz="1600" dirty="0" err="1"/>
              <a:t>input</a:t>
            </a:r>
            <a:endParaRPr lang="de-DE" sz="1600" dirty="0"/>
          </a:p>
          <a:p>
            <a:r>
              <a:rPr lang="de-DE" sz="1600" dirty="0"/>
              <a:t>Supports </a:t>
            </a:r>
            <a:r>
              <a:rPr lang="de-DE" sz="1600" b="1" dirty="0" err="1"/>
              <a:t>interviewer</a:t>
            </a:r>
            <a:r>
              <a:rPr lang="de-DE" sz="1600" dirty="0"/>
              <a:t> and </a:t>
            </a:r>
            <a:r>
              <a:rPr lang="de-DE" sz="1600" b="1" dirty="0" err="1"/>
              <a:t>candidate</a:t>
            </a:r>
            <a:r>
              <a:rPr lang="de-DE" sz="1600" dirty="0"/>
              <a:t> </a:t>
            </a:r>
            <a:r>
              <a:rPr lang="de-DE" sz="1600" dirty="0" err="1"/>
              <a:t>perspectives</a:t>
            </a:r>
            <a:endParaRPr lang="de-DE" sz="1600" dirty="0"/>
          </a:p>
          <a:p>
            <a:r>
              <a:rPr lang="de-DE" sz="1600" b="1" dirty="0"/>
              <a:t>Multi-turn </a:t>
            </a:r>
            <a:r>
              <a:rPr lang="de-DE" sz="1600" b="1" dirty="0" err="1"/>
              <a:t>chat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persistent </a:t>
            </a:r>
            <a:r>
              <a:rPr lang="de-DE" sz="1600" dirty="0" err="1"/>
              <a:t>session</a:t>
            </a:r>
            <a:r>
              <a:rPr lang="de-DE" sz="1600" dirty="0"/>
              <a:t> </a:t>
            </a:r>
            <a:r>
              <a:rPr lang="de-DE" sz="1600" dirty="0" err="1"/>
              <a:t>context</a:t>
            </a:r>
            <a:endParaRPr lang="de-DE" sz="1600" dirty="0"/>
          </a:p>
          <a:p>
            <a:r>
              <a:rPr lang="de-DE" sz="1600" dirty="0"/>
              <a:t>Prompt </a:t>
            </a:r>
            <a:r>
              <a:rPr lang="de-DE" sz="1600" dirty="0" err="1"/>
              <a:t>engineering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:</a:t>
            </a:r>
          </a:p>
          <a:p>
            <a:pPr lvl="1"/>
            <a:r>
              <a:rPr lang="de-DE" sz="1600" dirty="0"/>
              <a:t>Fixed </a:t>
            </a:r>
            <a:r>
              <a:rPr lang="de-DE" sz="1600" b="1" dirty="0" err="1"/>
              <a:t>system</a:t>
            </a:r>
            <a:r>
              <a:rPr lang="de-DE" sz="1600" b="1" dirty="0"/>
              <a:t> prompt</a:t>
            </a:r>
            <a:endParaRPr lang="de-DE" sz="1600" dirty="0"/>
          </a:p>
          <a:p>
            <a:pPr lvl="1"/>
            <a:r>
              <a:rPr lang="de-DE" sz="1600" dirty="0" err="1"/>
              <a:t>Tunable</a:t>
            </a:r>
            <a:r>
              <a:rPr lang="de-DE" sz="1600" dirty="0"/>
              <a:t> LLM </a:t>
            </a:r>
            <a:r>
              <a:rPr lang="de-DE" sz="1600" dirty="0" err="1"/>
              <a:t>parameters</a:t>
            </a:r>
            <a:r>
              <a:rPr lang="de-DE" sz="1600" dirty="0"/>
              <a:t> &amp; optional </a:t>
            </a:r>
            <a:r>
              <a:rPr lang="de-DE" sz="1600" b="1" dirty="0" err="1"/>
              <a:t>structured</a:t>
            </a:r>
            <a:r>
              <a:rPr lang="de-DE" sz="1600" b="1" dirty="0"/>
              <a:t> JSON </a:t>
            </a:r>
            <a:r>
              <a:rPr lang="de-DE" sz="1600" b="1" dirty="0" err="1"/>
              <a:t>output</a:t>
            </a:r>
            <a:endParaRPr lang="de-DE" sz="1600" dirty="0"/>
          </a:p>
          <a:p>
            <a:r>
              <a:rPr lang="de-DE" sz="1600" dirty="0"/>
              <a:t>Simple </a:t>
            </a:r>
            <a:r>
              <a:rPr lang="de-DE" sz="1600" b="1" dirty="0" err="1"/>
              <a:t>security</a:t>
            </a:r>
            <a:r>
              <a:rPr lang="de-DE" sz="1600" b="1" dirty="0"/>
              <a:t> </a:t>
            </a:r>
            <a:r>
              <a:rPr lang="de-DE" sz="1600" b="1" dirty="0" err="1"/>
              <a:t>guards</a:t>
            </a:r>
            <a:r>
              <a:rPr lang="de-DE" sz="1600" dirty="0"/>
              <a:t> </a:t>
            </a:r>
            <a:r>
              <a:rPr lang="de-DE" sz="1600" dirty="0" err="1"/>
              <a:t>against</a:t>
            </a:r>
            <a:r>
              <a:rPr lang="de-DE" sz="1600" dirty="0"/>
              <a:t> prompt </a:t>
            </a:r>
            <a:r>
              <a:rPr lang="de-DE" sz="1600" dirty="0" err="1"/>
              <a:t>injection</a:t>
            </a:r>
            <a:r>
              <a:rPr lang="de-DE" sz="1600" dirty="0"/>
              <a:t> and oversized </a:t>
            </a:r>
            <a:r>
              <a:rPr lang="de-DE" sz="1600" dirty="0" err="1"/>
              <a:t>input</a:t>
            </a:r>
            <a:endParaRPr lang="de-DE" sz="1600" dirty="0"/>
          </a:p>
          <a:p>
            <a:r>
              <a:rPr lang="de-DE" sz="1600" dirty="0"/>
              <a:t>Modular </a:t>
            </a:r>
            <a:r>
              <a:rPr lang="de-DE" sz="1600" dirty="0" err="1"/>
              <a:t>architecture</a:t>
            </a:r>
            <a:r>
              <a:rPr lang="de-DE" sz="1600" dirty="0"/>
              <a:t>:</a:t>
            </a:r>
          </a:p>
          <a:p>
            <a:pPr lvl="1"/>
            <a:r>
              <a:rPr lang="en-US" sz="1600" dirty="0"/>
              <a:t>UI, chat logic, prompt engineering, and OpenAI API access separated</a:t>
            </a:r>
          </a:p>
          <a:p>
            <a:pPr marL="457200" lvl="1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dirty="0"/>
              <a:t>Tech </a:t>
            </a:r>
            <a:r>
              <a:rPr lang="de-DE" sz="1600" dirty="0" err="1"/>
              <a:t>stack</a:t>
            </a:r>
            <a:r>
              <a:rPr lang="de-DE" sz="1600" dirty="0"/>
              <a:t>: Python, </a:t>
            </a:r>
            <a:r>
              <a:rPr lang="de-DE" sz="1600" dirty="0" err="1"/>
              <a:t>Streamlit</a:t>
            </a:r>
            <a:r>
              <a:rPr lang="de-DE" sz="1600" dirty="0"/>
              <a:t>, OpenAI (GPT-4o-mini)</a:t>
            </a:r>
          </a:p>
        </p:txBody>
      </p:sp>
    </p:spTree>
    <p:extLst>
      <p:ext uri="{BB962C8B-B14F-4D97-AF65-F5344CB8AC3E}">
        <p14:creationId xmlns:p14="http://schemas.microsoft.com/office/powerpoint/2010/main" val="1924116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68CB28-6939-C989-5F6A-E5B20E3C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Implemented Medium &amp; Hard Requirements and Design </a:t>
            </a:r>
            <a:r>
              <a:rPr lang="de-DE" sz="4000" b="1" dirty="0" err="1"/>
              <a:t>Decisions</a:t>
            </a:r>
            <a:endParaRPr lang="de-DE" sz="40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F8A62B-3C2E-B77B-F6D6-715E1F5C9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1600" b="1" dirty="0"/>
              <a:t>Medium Requirements </a:t>
            </a:r>
            <a:r>
              <a:rPr lang="en-US" sz="1600" b="1" dirty="0"/>
              <a:t>(Implemented)</a:t>
            </a:r>
            <a:endParaRPr lang="de-DE" sz="1600" b="1" dirty="0"/>
          </a:p>
          <a:p>
            <a:r>
              <a:rPr lang="de-DE" sz="1600" b="1" dirty="0"/>
              <a:t>User-</a:t>
            </a:r>
            <a:r>
              <a:rPr lang="de-DE" sz="1600" b="1" dirty="0" err="1"/>
              <a:t>tunable</a:t>
            </a:r>
            <a:r>
              <a:rPr lang="de-DE" sz="1600" b="1" dirty="0"/>
              <a:t> LLM </a:t>
            </a:r>
            <a:r>
              <a:rPr lang="de-DE" sz="1600" b="1" dirty="0" err="1"/>
              <a:t>parameters</a:t>
            </a:r>
            <a:endParaRPr lang="de-DE" sz="1600" dirty="0"/>
          </a:p>
          <a:p>
            <a:pPr lvl="1"/>
            <a:r>
              <a:rPr lang="de-DE" sz="1600" dirty="0"/>
              <a:t>Model </a:t>
            </a:r>
            <a:r>
              <a:rPr lang="de-DE" sz="1600" dirty="0" err="1"/>
              <a:t>selection</a:t>
            </a:r>
            <a:r>
              <a:rPr lang="de-DE" sz="1600" dirty="0"/>
              <a:t>, </a:t>
            </a:r>
            <a:r>
              <a:rPr lang="de-DE" sz="1600" dirty="0" err="1"/>
              <a:t>temperature</a:t>
            </a:r>
            <a:r>
              <a:rPr lang="de-DE" sz="1600" dirty="0"/>
              <a:t>, top-p, </a:t>
            </a:r>
            <a:r>
              <a:rPr lang="de-DE" sz="1600" dirty="0" err="1"/>
              <a:t>frequency</a:t>
            </a:r>
            <a:r>
              <a:rPr lang="de-DE" sz="1600" dirty="0"/>
              <a:t> &amp; </a:t>
            </a:r>
            <a:r>
              <a:rPr lang="de-DE" sz="1600" dirty="0" err="1"/>
              <a:t>presence</a:t>
            </a:r>
            <a:r>
              <a:rPr lang="de-DE" sz="1600" dirty="0"/>
              <a:t> </a:t>
            </a:r>
            <a:r>
              <a:rPr lang="de-DE" sz="1600" dirty="0" err="1"/>
              <a:t>penalties</a:t>
            </a:r>
            <a:r>
              <a:rPr lang="de-DE" sz="1600" dirty="0"/>
              <a:t> via UI</a:t>
            </a:r>
          </a:p>
          <a:p>
            <a:r>
              <a:rPr lang="de-DE" sz="1600" b="1" dirty="0"/>
              <a:t>Structured JSON </a:t>
            </a:r>
            <a:r>
              <a:rPr lang="de-DE" sz="1600" b="1" dirty="0" err="1"/>
              <a:t>outputs</a:t>
            </a:r>
            <a:r>
              <a:rPr lang="de-DE" sz="1600" b="1" dirty="0"/>
              <a:t> (schema-</a:t>
            </a:r>
            <a:r>
              <a:rPr lang="de-DE" sz="1600" b="1" dirty="0" err="1"/>
              <a:t>enforced</a:t>
            </a:r>
            <a:r>
              <a:rPr lang="de-DE" sz="1600" b="1" dirty="0"/>
              <a:t>)</a:t>
            </a:r>
          </a:p>
          <a:p>
            <a:pPr lvl="1"/>
            <a:r>
              <a:rPr lang="de-DE" sz="1600" dirty="0" err="1"/>
              <a:t>Two</a:t>
            </a:r>
            <a:r>
              <a:rPr lang="de-DE" sz="1600" dirty="0"/>
              <a:t> </a:t>
            </a:r>
            <a:r>
              <a:rPr lang="de-DE" sz="1600" dirty="0" err="1"/>
              <a:t>predefined</a:t>
            </a:r>
            <a:r>
              <a:rPr lang="de-DE" sz="1600" dirty="0"/>
              <a:t> JavaScript </a:t>
            </a:r>
            <a:r>
              <a:rPr lang="de-DE" sz="1600" dirty="0" err="1"/>
              <a:t>Object</a:t>
            </a:r>
            <a:r>
              <a:rPr lang="de-DE" sz="1600" dirty="0"/>
              <a:t> Notation (JSON) </a:t>
            </a:r>
            <a:r>
              <a:rPr lang="en-US" sz="1600" dirty="0"/>
              <a:t>output formats for interview preparation results</a:t>
            </a:r>
            <a:endParaRPr lang="de-DE" sz="1600" dirty="0"/>
          </a:p>
          <a:p>
            <a:pPr lvl="1"/>
            <a:endParaRPr lang="de-DE" sz="800" dirty="0"/>
          </a:p>
          <a:p>
            <a:pPr marL="0" indent="0">
              <a:buNone/>
            </a:pPr>
            <a:r>
              <a:rPr lang="en-US" sz="1600" b="1" dirty="0"/>
              <a:t>Hard Requirements (Implemented)</a:t>
            </a:r>
          </a:p>
          <a:p>
            <a:r>
              <a:rPr lang="en-US" sz="1600" b="1" dirty="0"/>
              <a:t>Full multi-turn chatbot application </a:t>
            </a:r>
            <a:r>
              <a:rPr lang="de-DE" sz="1600" b="1" dirty="0" err="1"/>
              <a:t>with</a:t>
            </a:r>
            <a:r>
              <a:rPr lang="de-DE" sz="1600" b="1" dirty="0"/>
              <a:t> persistent </a:t>
            </a:r>
            <a:r>
              <a:rPr lang="de-DE" sz="1600" b="1" dirty="0" err="1"/>
              <a:t>conversational</a:t>
            </a:r>
            <a:r>
              <a:rPr lang="de-DE" sz="1600" b="1" dirty="0"/>
              <a:t> </a:t>
            </a:r>
            <a:r>
              <a:rPr lang="de-DE" sz="1600" b="1" dirty="0" err="1"/>
              <a:t>context</a:t>
            </a:r>
            <a:endParaRPr lang="en-US" sz="1600" b="1" dirty="0"/>
          </a:p>
          <a:p>
            <a:pPr lvl="1"/>
            <a:r>
              <a:rPr lang="en-US" sz="1600" dirty="0"/>
              <a:t>Persistent session state instead of one-time OpenAI calls</a:t>
            </a:r>
          </a:p>
          <a:p>
            <a:r>
              <a:rPr lang="en-US" sz="1600" b="1" dirty="0"/>
              <a:t>Application deployment</a:t>
            </a:r>
            <a:endParaRPr lang="en-US" sz="1600" dirty="0"/>
          </a:p>
          <a:p>
            <a:pPr lvl="1"/>
            <a:r>
              <a:rPr lang="en-US" sz="1600" dirty="0"/>
              <a:t>Deployed on </a:t>
            </a:r>
            <a:r>
              <a:rPr lang="en-US" sz="1600" dirty="0" err="1"/>
              <a:t>Streamlit</a:t>
            </a:r>
            <a:r>
              <a:rPr lang="en-US" sz="1600" dirty="0"/>
              <a:t> Cloud (aligned with reviewer; API key via Secrets)</a:t>
            </a:r>
          </a:p>
          <a:p>
            <a:pPr lvl="1"/>
            <a:endParaRPr lang="en-US" sz="800" dirty="0"/>
          </a:p>
          <a:p>
            <a:pPr marL="0" indent="0">
              <a:buNone/>
            </a:pPr>
            <a:r>
              <a:rPr lang="en-US" sz="1600" b="1" dirty="0"/>
              <a:t>Prompt engineering approach:</a:t>
            </a:r>
            <a:r>
              <a:rPr lang="en-US" sz="1600" dirty="0"/>
              <a:t> Conceptual exploration of multiple techniques; implementation focused on a single fixed zero-shot system prompt, aligned with reviewer and sprint scope.</a:t>
            </a:r>
          </a:p>
          <a:p>
            <a:pPr lvl="1"/>
            <a:endParaRPr lang="en-US" sz="800" dirty="0"/>
          </a:p>
          <a:p>
            <a:pPr marL="0" indent="0">
              <a:buNone/>
            </a:pPr>
            <a:r>
              <a:rPr lang="en-US" sz="1600" dirty="0"/>
              <a:t>Additional notes: Output format is locked per session for consistency and safety.</a:t>
            </a:r>
          </a:p>
        </p:txBody>
      </p:sp>
    </p:spTree>
    <p:extLst>
      <p:ext uri="{BB962C8B-B14F-4D97-AF65-F5344CB8AC3E}">
        <p14:creationId xmlns:p14="http://schemas.microsoft.com/office/powerpoint/2010/main" val="263537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AA3444-CC89-9F2C-4107-7A12CFBE1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User-Flow End-to-End</a:t>
            </a:r>
            <a:br>
              <a:rPr lang="en-US" sz="4000" b="1" dirty="0"/>
            </a:b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13F5D3-3319-C7AD-F412-F642FC24F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Upload (-&gt; user action)</a:t>
            </a:r>
          </a:p>
          <a:p>
            <a:pPr lvl="1"/>
            <a:r>
              <a:rPr lang="en-US" sz="1600" dirty="0"/>
              <a:t>CV and Job Description</a:t>
            </a:r>
          </a:p>
          <a:p>
            <a:pPr lvl="1"/>
            <a:r>
              <a:rPr lang="en-US" sz="1600" dirty="0"/>
              <a:t>Select interview perspective and generation settings</a:t>
            </a:r>
          </a:p>
          <a:p>
            <a:pPr marL="457200" lvl="1" indent="0">
              <a:buNone/>
            </a:pPr>
            <a:endParaRPr lang="en-US" sz="800" dirty="0"/>
          </a:p>
          <a:p>
            <a:r>
              <a:rPr lang="en-US" sz="1600" dirty="0"/>
              <a:t>Initialization (-&gt; </a:t>
            </a:r>
            <a:r>
              <a:rPr lang="de-DE" sz="1600" dirty="0" err="1"/>
              <a:t>system</a:t>
            </a:r>
            <a:r>
              <a:rPr lang="de-DE" sz="1600" dirty="0"/>
              <a:t> / </a:t>
            </a:r>
            <a:r>
              <a:rPr lang="de-DE" sz="1600" dirty="0" err="1"/>
              <a:t>guardrails</a:t>
            </a:r>
            <a:r>
              <a:rPr lang="de-DE" sz="1600" dirty="0"/>
              <a:t>)</a:t>
            </a:r>
            <a:endParaRPr lang="en-US" sz="1600" dirty="0"/>
          </a:p>
          <a:p>
            <a:pPr lvl="1"/>
            <a:r>
              <a:rPr lang="en-US" sz="1600" dirty="0"/>
              <a:t>Validate and sanitize inputs (basic security checks)</a:t>
            </a:r>
          </a:p>
          <a:p>
            <a:pPr lvl="1"/>
            <a:r>
              <a:rPr lang="en-US" sz="1600" dirty="0"/>
              <a:t>Initialize chat with fixed system prompt</a:t>
            </a:r>
          </a:p>
          <a:p>
            <a:pPr marL="457200" lvl="1" indent="0">
              <a:buNone/>
            </a:pPr>
            <a:endParaRPr lang="en-US" sz="800" dirty="0"/>
          </a:p>
          <a:p>
            <a:r>
              <a:rPr lang="en-US" sz="1600" dirty="0"/>
              <a:t>LLM response (-&gt; </a:t>
            </a:r>
            <a:r>
              <a:rPr lang="de-DE" sz="1600" dirty="0"/>
              <a:t>prompt + </a:t>
            </a:r>
            <a:r>
              <a:rPr lang="de-DE" sz="1600" dirty="0" err="1"/>
              <a:t>model</a:t>
            </a:r>
            <a:r>
              <a:rPr lang="de-DE" sz="1600" dirty="0"/>
              <a:t>)</a:t>
            </a:r>
            <a:endParaRPr lang="en-US" sz="1600" dirty="0"/>
          </a:p>
          <a:p>
            <a:pPr lvl="1"/>
            <a:r>
              <a:rPr lang="en-US" sz="1600" dirty="0"/>
              <a:t>Prompt assembled from CV, Job Description, and perspective</a:t>
            </a:r>
          </a:p>
          <a:p>
            <a:pPr lvl="1"/>
            <a:r>
              <a:rPr lang="en-US" sz="1600" dirty="0"/>
              <a:t>LLM generates interview preparation output</a:t>
            </a:r>
          </a:p>
          <a:p>
            <a:pPr marL="457200" lvl="1" indent="0">
              <a:buNone/>
            </a:pPr>
            <a:endParaRPr lang="en-US" sz="800" dirty="0"/>
          </a:p>
          <a:p>
            <a:r>
              <a:rPr lang="en-US" sz="1600" dirty="0"/>
              <a:t>Multi-turn (-&gt; session state)</a:t>
            </a:r>
          </a:p>
          <a:p>
            <a:pPr lvl="1"/>
            <a:r>
              <a:rPr lang="en-US" sz="1600" dirty="0"/>
              <a:t>Follow-up questions using persistent session context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278760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452BF2-1B91-970D-0ADC-633AE36A0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Architecture</a:t>
            </a:r>
            <a:br>
              <a:rPr lang="en-US" b="1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07455D-886F-07C1-B2C5-1C0AFD7B5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de-DE" sz="1600" b="1" dirty="0" err="1"/>
              <a:t>Presentation</a:t>
            </a:r>
            <a:r>
              <a:rPr lang="de-DE" sz="1600" b="1" dirty="0"/>
              <a:t> Layer (UI) </a:t>
            </a:r>
            <a:r>
              <a:rPr lang="de-DE" sz="1600" dirty="0"/>
              <a:t>- </a:t>
            </a:r>
            <a:r>
              <a:rPr lang="de-DE" sz="1600" dirty="0" err="1"/>
              <a:t>Streamlit-based</a:t>
            </a:r>
            <a:r>
              <a:rPr lang="de-DE" sz="1600" dirty="0"/>
              <a:t> frontend </a:t>
            </a:r>
            <a:r>
              <a:rPr lang="de-DE" sz="1600" dirty="0" err="1"/>
              <a:t>running</a:t>
            </a:r>
            <a:r>
              <a:rPr lang="de-DE" sz="1600" dirty="0"/>
              <a:t> in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browser</a:t>
            </a:r>
            <a:endParaRPr lang="de-DE" sz="1600" dirty="0"/>
          </a:p>
          <a:p>
            <a:pPr lvl="1"/>
            <a:r>
              <a:rPr lang="de-DE" sz="1400" dirty="0"/>
              <a:t>app.py: </a:t>
            </a:r>
            <a:r>
              <a:rPr lang="de-DE" sz="1400" dirty="0" err="1"/>
              <a:t>orchestrates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page</a:t>
            </a:r>
            <a:r>
              <a:rPr lang="de-DE" sz="1400" dirty="0"/>
              <a:t>, </a:t>
            </a:r>
            <a:r>
              <a:rPr lang="de-DE" sz="1400" dirty="0" err="1"/>
              <a:t>buttons</a:t>
            </a:r>
            <a:r>
              <a:rPr lang="de-DE" sz="1400" dirty="0"/>
              <a:t>, and </a:t>
            </a:r>
            <a:r>
              <a:rPr lang="de-DE" sz="1400" dirty="0" err="1"/>
              <a:t>chat</a:t>
            </a:r>
            <a:r>
              <a:rPr lang="de-DE" sz="1400" dirty="0"/>
              <a:t> </a:t>
            </a:r>
            <a:r>
              <a:rPr lang="de-DE" sz="1400" dirty="0" err="1"/>
              <a:t>flow</a:t>
            </a:r>
            <a:endParaRPr lang="de-DE" sz="1400" dirty="0"/>
          </a:p>
          <a:p>
            <a:pPr lvl="1"/>
            <a:r>
              <a:rPr lang="de-DE" sz="1400" dirty="0"/>
              <a:t>ui_components.py: </a:t>
            </a:r>
            <a:r>
              <a:rPr lang="de-DE" sz="1400" dirty="0" err="1"/>
              <a:t>builds</a:t>
            </a:r>
            <a:r>
              <a:rPr lang="de-DE" sz="1400" dirty="0"/>
              <a:t> </a:t>
            </a:r>
            <a:r>
              <a:rPr lang="de-DE" sz="1400" dirty="0" err="1"/>
              <a:t>sidebar</a:t>
            </a:r>
            <a:r>
              <a:rPr lang="de-DE" sz="1400" dirty="0"/>
              <a:t> </a:t>
            </a:r>
            <a:r>
              <a:rPr lang="de-DE" sz="1400" dirty="0" err="1"/>
              <a:t>controls</a:t>
            </a:r>
            <a:r>
              <a:rPr lang="de-DE" sz="1400" dirty="0"/>
              <a:t>, </a:t>
            </a:r>
            <a:r>
              <a:rPr lang="de-DE" sz="1400" dirty="0" err="1"/>
              <a:t>file</a:t>
            </a:r>
            <a:r>
              <a:rPr lang="de-DE" sz="1400" dirty="0"/>
              <a:t> </a:t>
            </a:r>
            <a:r>
              <a:rPr lang="de-DE" sz="1400" dirty="0" err="1"/>
              <a:t>uploads</a:t>
            </a:r>
            <a:r>
              <a:rPr lang="de-DE" sz="1400" dirty="0"/>
              <a:t>, and </a:t>
            </a:r>
            <a:r>
              <a:rPr lang="de-DE" sz="1400" dirty="0" err="1"/>
              <a:t>output</a:t>
            </a:r>
            <a:r>
              <a:rPr lang="de-DE" sz="1400" dirty="0"/>
              <a:t> </a:t>
            </a:r>
            <a:r>
              <a:rPr lang="de-DE" sz="1400" dirty="0" err="1"/>
              <a:t>rendering</a:t>
            </a:r>
            <a:endParaRPr lang="de-DE" sz="1400" dirty="0"/>
          </a:p>
          <a:p>
            <a:pPr marL="457200" lvl="1" indent="0">
              <a:buNone/>
            </a:pPr>
            <a:r>
              <a:rPr lang="de-DE" sz="1600" dirty="0" err="1"/>
              <a:t>Responsibility</a:t>
            </a:r>
            <a:r>
              <a:rPr lang="de-DE" sz="1600" dirty="0"/>
              <a:t>: User </a:t>
            </a:r>
            <a:r>
              <a:rPr lang="de-DE" sz="1600" dirty="0" err="1"/>
              <a:t>interaction</a:t>
            </a:r>
            <a:r>
              <a:rPr lang="de-DE" sz="1600" dirty="0"/>
              <a:t> and UI </a:t>
            </a:r>
            <a:r>
              <a:rPr lang="de-DE" sz="1600" dirty="0" err="1"/>
              <a:t>presentation</a:t>
            </a:r>
            <a:endParaRPr lang="de-DE" sz="1600" dirty="0"/>
          </a:p>
          <a:p>
            <a:pPr lvl="1"/>
            <a:endParaRPr lang="de-DE" sz="800" dirty="0"/>
          </a:p>
          <a:p>
            <a:r>
              <a:rPr lang="de-DE" sz="1600" b="1" dirty="0" err="1"/>
              <a:t>Application</a:t>
            </a:r>
            <a:r>
              <a:rPr lang="de-DE" sz="1600" b="1" dirty="0"/>
              <a:t> Layer (App </a:t>
            </a:r>
            <a:r>
              <a:rPr lang="de-DE" sz="1600" b="1" dirty="0" err="1"/>
              <a:t>Logic</a:t>
            </a:r>
            <a:r>
              <a:rPr lang="de-DE" sz="1600" b="1" dirty="0"/>
              <a:t> / Controller) </a:t>
            </a:r>
            <a:r>
              <a:rPr lang="de-DE" sz="1600" dirty="0"/>
              <a:t>- </a:t>
            </a:r>
            <a:r>
              <a:rPr lang="en-US" sz="1600" dirty="0"/>
              <a:t>Python </a:t>
            </a:r>
            <a:r>
              <a:rPr lang="fr-FR" sz="1600" dirty="0"/>
              <a:t>application </a:t>
            </a:r>
            <a:r>
              <a:rPr lang="fr-FR" sz="1600" dirty="0" err="1"/>
              <a:t>logic</a:t>
            </a:r>
            <a:r>
              <a:rPr lang="fr-FR" sz="1600" dirty="0"/>
              <a:t> (</a:t>
            </a:r>
            <a:r>
              <a:rPr lang="fr-FR" sz="1600" dirty="0" err="1"/>
              <a:t>controllers</a:t>
            </a:r>
            <a:r>
              <a:rPr lang="fr-FR" sz="1600" dirty="0"/>
              <a:t>, validation, prompt construction)</a:t>
            </a:r>
            <a:endParaRPr lang="de-DE" sz="1600" b="1" dirty="0"/>
          </a:p>
          <a:p>
            <a:pPr lvl="1"/>
            <a:r>
              <a:rPr lang="de-DE" sz="1400" dirty="0"/>
              <a:t>chat_controller.py: manage </a:t>
            </a:r>
            <a:r>
              <a:rPr lang="de-DE" sz="1400" dirty="0" err="1"/>
              <a:t>session</a:t>
            </a:r>
            <a:r>
              <a:rPr lang="de-DE" sz="1400" dirty="0"/>
              <a:t> </a:t>
            </a:r>
            <a:r>
              <a:rPr lang="de-DE" sz="1400" dirty="0" err="1"/>
              <a:t>state</a:t>
            </a:r>
            <a:r>
              <a:rPr lang="de-DE" sz="1400" dirty="0"/>
              <a:t>, prompt </a:t>
            </a:r>
            <a:r>
              <a:rPr lang="de-DE" sz="1400" dirty="0" err="1"/>
              <a:t>construction</a:t>
            </a:r>
            <a:r>
              <a:rPr lang="de-DE" sz="1400" dirty="0"/>
              <a:t>, </a:t>
            </a:r>
            <a:r>
              <a:rPr lang="de-DE" sz="1400" dirty="0" err="1"/>
              <a:t>chat</a:t>
            </a:r>
            <a:r>
              <a:rPr lang="de-DE" sz="1400" dirty="0"/>
              <a:t> </a:t>
            </a:r>
            <a:r>
              <a:rPr lang="de-DE" sz="1400" dirty="0" err="1"/>
              <a:t>initialization</a:t>
            </a:r>
            <a:r>
              <a:rPr lang="de-DE" sz="1400" dirty="0"/>
              <a:t> and </a:t>
            </a:r>
            <a:r>
              <a:rPr lang="en-US" sz="1400" dirty="0"/>
              <a:t>handles each multi-turn chat step</a:t>
            </a:r>
            <a:endParaRPr lang="de-DE" sz="1400" dirty="0"/>
          </a:p>
          <a:p>
            <a:pPr lvl="1"/>
            <a:r>
              <a:rPr lang="de-DE" sz="1400" dirty="0"/>
              <a:t>security.py: </a:t>
            </a:r>
            <a:r>
              <a:rPr lang="de-DE" sz="1400" dirty="0" err="1"/>
              <a:t>basic</a:t>
            </a:r>
            <a:r>
              <a:rPr lang="de-DE" sz="1400" dirty="0"/>
              <a:t> </a:t>
            </a:r>
            <a:r>
              <a:rPr lang="de-DE" sz="1400" dirty="0" err="1"/>
              <a:t>guardrails</a:t>
            </a:r>
            <a:r>
              <a:rPr lang="de-DE" sz="1400" dirty="0"/>
              <a:t> (</a:t>
            </a:r>
            <a:r>
              <a:rPr lang="de-DE" sz="1400" dirty="0" err="1"/>
              <a:t>blocklist</a:t>
            </a:r>
            <a:r>
              <a:rPr lang="de-DE" sz="1400" dirty="0"/>
              <a:t>, </a:t>
            </a:r>
            <a:r>
              <a:rPr lang="de-DE" sz="1400" dirty="0" err="1"/>
              <a:t>input</a:t>
            </a:r>
            <a:r>
              <a:rPr lang="de-DE" sz="1400" dirty="0"/>
              <a:t> </a:t>
            </a:r>
            <a:r>
              <a:rPr lang="de-DE" sz="1400" dirty="0" err="1"/>
              <a:t>length</a:t>
            </a:r>
            <a:r>
              <a:rPr lang="de-DE" sz="1400" dirty="0"/>
              <a:t> </a:t>
            </a:r>
            <a:r>
              <a:rPr lang="de-DE" sz="1400" dirty="0" err="1"/>
              <a:t>limits</a:t>
            </a:r>
            <a:r>
              <a:rPr lang="de-DE" sz="1400" dirty="0"/>
              <a:t>)</a:t>
            </a:r>
          </a:p>
          <a:p>
            <a:pPr lvl="1"/>
            <a:r>
              <a:rPr lang="de-DE" sz="1400" dirty="0"/>
              <a:t>extraction.py: </a:t>
            </a:r>
            <a:r>
              <a:rPr lang="de-DE" sz="1400" dirty="0" err="1"/>
              <a:t>text</a:t>
            </a:r>
            <a:r>
              <a:rPr lang="de-DE" sz="1400" dirty="0"/>
              <a:t> </a:t>
            </a:r>
            <a:r>
              <a:rPr lang="de-DE" sz="1400" dirty="0" err="1"/>
              <a:t>extraction</a:t>
            </a:r>
            <a:r>
              <a:rPr lang="de-DE" sz="1400" dirty="0"/>
              <a:t> from </a:t>
            </a:r>
            <a:r>
              <a:rPr lang="de-DE" sz="1400" dirty="0" err="1"/>
              <a:t>uploaded</a:t>
            </a:r>
            <a:r>
              <a:rPr lang="de-DE" sz="1400" dirty="0"/>
              <a:t> </a:t>
            </a:r>
            <a:r>
              <a:rPr lang="de-DE" sz="1400" dirty="0" err="1"/>
              <a:t>files</a:t>
            </a:r>
            <a:endParaRPr lang="de-DE" sz="1400" dirty="0"/>
          </a:p>
          <a:p>
            <a:pPr lvl="1"/>
            <a:r>
              <a:rPr lang="de-DE" sz="1400" dirty="0"/>
              <a:t>prompts_formats.py: prompt </a:t>
            </a:r>
            <a:r>
              <a:rPr lang="de-DE" sz="1400" dirty="0" err="1"/>
              <a:t>building</a:t>
            </a:r>
            <a:r>
              <a:rPr lang="de-DE" sz="1400" dirty="0"/>
              <a:t> </a:t>
            </a:r>
            <a:r>
              <a:rPr lang="de-DE" sz="1400" dirty="0" err="1"/>
              <a:t>blocks</a:t>
            </a:r>
            <a:r>
              <a:rPr lang="de-DE" sz="1400" dirty="0"/>
              <a:t> and JSON </a:t>
            </a:r>
            <a:r>
              <a:rPr lang="de-DE" sz="1400" dirty="0" err="1"/>
              <a:t>output</a:t>
            </a:r>
            <a:r>
              <a:rPr lang="de-DE" sz="1400" dirty="0"/>
              <a:t> </a:t>
            </a:r>
            <a:r>
              <a:rPr lang="de-DE" sz="1400" dirty="0" err="1"/>
              <a:t>formats</a:t>
            </a:r>
            <a:endParaRPr lang="de-DE" sz="1400" dirty="0"/>
          </a:p>
          <a:p>
            <a:pPr lvl="1"/>
            <a:r>
              <a:rPr lang="de-DE" sz="1400" dirty="0"/>
              <a:t>config.py: </a:t>
            </a:r>
            <a:r>
              <a:rPr lang="de-DE" sz="1400" dirty="0" err="1"/>
              <a:t>model</a:t>
            </a:r>
            <a:r>
              <a:rPr lang="de-DE" sz="1400" dirty="0"/>
              <a:t> </a:t>
            </a:r>
            <a:r>
              <a:rPr lang="de-DE" sz="1400" dirty="0" err="1"/>
              <a:t>configuration</a:t>
            </a:r>
            <a:r>
              <a:rPr lang="de-DE" sz="1400" dirty="0"/>
              <a:t> and API </a:t>
            </a:r>
            <a:r>
              <a:rPr lang="de-DE" sz="1400" dirty="0" err="1"/>
              <a:t>key</a:t>
            </a:r>
            <a:r>
              <a:rPr lang="de-DE" sz="1400" dirty="0"/>
              <a:t> </a:t>
            </a:r>
            <a:r>
              <a:rPr lang="de-DE" sz="1400" dirty="0" err="1"/>
              <a:t>loading</a:t>
            </a:r>
            <a:endParaRPr lang="de-DE" sz="1400" dirty="0"/>
          </a:p>
          <a:p>
            <a:pPr marL="457200" lvl="1" indent="0">
              <a:buNone/>
            </a:pPr>
            <a:r>
              <a:rPr lang="de-DE" sz="1600" dirty="0" err="1"/>
              <a:t>Responsibility</a:t>
            </a:r>
            <a:r>
              <a:rPr lang="de-DE" sz="1600" dirty="0"/>
              <a:t>: </a:t>
            </a:r>
            <a:r>
              <a:rPr lang="de-DE" sz="1600" dirty="0" err="1"/>
              <a:t>Process</a:t>
            </a:r>
            <a:r>
              <a:rPr lang="de-DE" sz="1600" dirty="0"/>
              <a:t> </a:t>
            </a:r>
            <a:r>
              <a:rPr lang="de-DE" sz="1600" dirty="0" err="1"/>
              <a:t>inputs</a:t>
            </a:r>
            <a:r>
              <a:rPr lang="de-DE" sz="1600" dirty="0"/>
              <a:t>, </a:t>
            </a:r>
            <a:r>
              <a:rPr lang="de-DE" sz="1600" dirty="0" err="1"/>
              <a:t>enforce</a:t>
            </a:r>
            <a:r>
              <a:rPr lang="de-DE" sz="1600" dirty="0"/>
              <a:t> </a:t>
            </a:r>
            <a:r>
              <a:rPr lang="de-DE" sz="1600" dirty="0" err="1"/>
              <a:t>rules</a:t>
            </a:r>
            <a:r>
              <a:rPr lang="de-DE" sz="1600" dirty="0"/>
              <a:t>, </a:t>
            </a:r>
            <a:r>
              <a:rPr lang="de-DE" sz="1600" dirty="0" err="1"/>
              <a:t>prepare</a:t>
            </a:r>
            <a:r>
              <a:rPr lang="de-DE" sz="1600" dirty="0"/>
              <a:t> LLM </a:t>
            </a:r>
            <a:r>
              <a:rPr lang="de-DE" sz="1600" dirty="0" err="1"/>
              <a:t>requests</a:t>
            </a:r>
            <a:endParaRPr lang="de-DE" sz="1600" dirty="0"/>
          </a:p>
          <a:p>
            <a:pPr marL="457200" lvl="1" indent="0">
              <a:buNone/>
            </a:pPr>
            <a:endParaRPr lang="de-DE" sz="800" dirty="0"/>
          </a:p>
          <a:p>
            <a:r>
              <a:rPr lang="de-DE" sz="1600" b="1" dirty="0"/>
              <a:t>Integration Layer (LLM / External Service) </a:t>
            </a:r>
            <a:r>
              <a:rPr lang="de-DE" sz="1600" dirty="0"/>
              <a:t>- OpenAI API </a:t>
            </a:r>
            <a:r>
              <a:rPr lang="de-DE" sz="1600" dirty="0" err="1"/>
              <a:t>as</a:t>
            </a:r>
            <a:r>
              <a:rPr lang="de-DE" sz="1600" dirty="0"/>
              <a:t> an external LLM </a:t>
            </a:r>
            <a:r>
              <a:rPr lang="de-DE" sz="1600" dirty="0" err="1"/>
              <a:t>service</a:t>
            </a:r>
            <a:endParaRPr lang="de-DE" sz="1600" dirty="0"/>
          </a:p>
          <a:p>
            <a:pPr lvl="1"/>
            <a:r>
              <a:rPr lang="en-US" sz="1400" dirty="0"/>
              <a:t>openai_client.py: encapsulates the OpenAI Chat Completions API call</a:t>
            </a:r>
          </a:p>
          <a:p>
            <a:pPr marL="457200" lvl="1" indent="0">
              <a:buNone/>
            </a:pPr>
            <a:r>
              <a:rPr lang="en-US" sz="1600" dirty="0"/>
              <a:t>Responsibility: Invoke the model and return the generated response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3309659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</Words>
  <Application>Microsoft Office PowerPoint</Application>
  <PresentationFormat>Breitbild</PresentationFormat>
  <Paragraphs>69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Interview Practice App  </vt:lpstr>
      <vt:lpstr>LLM-Based Web Application </vt:lpstr>
      <vt:lpstr>Implemented Medium &amp; Hard Requirements and Design Decisions</vt:lpstr>
      <vt:lpstr>User-Flow End-to-End </vt:lpstr>
      <vt:lpstr>Architecture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Esther Heinrichs</dc:creator>
  <cp:lastModifiedBy>Esther Heinrichs</cp:lastModifiedBy>
  <cp:revision>39</cp:revision>
  <dcterms:created xsi:type="dcterms:W3CDTF">2025-12-27T11:33:57Z</dcterms:created>
  <dcterms:modified xsi:type="dcterms:W3CDTF">2025-12-28T15:17:30Z</dcterms:modified>
</cp:coreProperties>
</file>